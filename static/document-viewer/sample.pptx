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563EB"/>
                </a:solidFill>
              </a:defRPr>
            </a:pPr>
            <a:r>
              <a:t>Unified Document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34155"/>
                </a:solidFill>
              </a:defRPr>
            </a:pPr>
            <a:r>
              <a:t>PDF, Word, Excel, CSV, and PowerPoint</a:t>
            </a:r>
          </a:p>
          <a:p>
            <a:pPr algn="l">
              <a:defRPr sz="2100">
                <a:solidFill>
                  <a:srgbClr val="334155"/>
                </a:solidFill>
              </a:defRPr>
            </a:pPr>
            <a:r>
              <a:t>One adaptive Svelte shell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C3AED"/>
                </a:solidFill>
              </a:defRPr>
            </a:pPr>
            <a:r>
              <a:t>Capability-driven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34155"/>
                </a:solidFill>
              </a:defRPr>
            </a:pPr>
            <a:r>
              <a:t>Only relevant actions appear for the active format.</a:t>
            </a:r>
          </a:p>
          <a:p>
            <a:pPr algn="l">
              <a:defRPr sz="2100">
                <a:solidFill>
                  <a:srgbClr val="334155"/>
                </a:solidFill>
              </a:defRPr>
            </a:pPr>
            <a:r>
              <a:t>Slides get paging, thumbnails, zoom, search, download, and 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91B2"/>
                </a:solidFill>
              </a:defRPr>
            </a:pPr>
            <a:r>
              <a:t>Lazy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34155"/>
                </a:solidFill>
              </a:defRPr>
            </a:pPr>
            <a:r>
              <a:t>The PPTX engine and its worker load only when this presentation opens.</a:t>
            </a:r>
          </a:p>
          <a:p>
            <a:pPr algn="l">
              <a:defRPr sz="2100">
                <a:solidFill>
                  <a:srgbClr val="334155"/>
                </a:solidFill>
              </a:defRPr>
            </a:pPr>
            <a:r>
              <a:t>No React renderer ships in the package.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97706"/>
                </a:solidFill>
              </a:defRPr>
            </a:pPr>
            <a:r>
              <a:t>Legacy Office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34155"/>
                </a:solidFill>
              </a:defRPr>
            </a:pPr>
            <a:r>
              <a:t>DOC and PPT use best-effort structural previews.</a:t>
            </a:r>
          </a:p>
          <a:p>
            <a:pPr algn="l">
              <a:defRPr sz="2100">
                <a:solidFill>
                  <a:srgbClr val="334155"/>
                </a:solidFill>
              </a:defRPr>
            </a:pPr>
            <a:r>
              <a:t>A persistent warning makes degraded fidelity explicit.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A34A"/>
                </a:solidFill>
              </a:defRPr>
            </a:pPr>
            <a:r>
              <a:t>One viewer, eight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34155"/>
                </a:solidFill>
              </a:defRPr>
            </a:pPr>
            <a:r>
              <a:t>Switch the demo selector to inspect every supported document 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